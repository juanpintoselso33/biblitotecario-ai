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8_7ABA8DAD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60" r:id="rId4"/>
    <p:sldId id="259" r:id="rId5"/>
    <p:sldId id="261" r:id="rId6"/>
    <p:sldId id="263" r:id="rId7"/>
    <p:sldId id="257" r:id="rId8"/>
    <p:sldId id="262" r:id="rId9"/>
    <p:sldId id="258" r:id="rId1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2A0560-93D5-9AAC-1BC5-2641F0001D36}" name="luis babino" initials="lb" userId="cd26160afe766ab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60"/>
    <p:restoredTop sz="94231"/>
  </p:normalViewPr>
  <p:slideViewPr>
    <p:cSldViewPr snapToGrid="0">
      <p:cViewPr>
        <p:scale>
          <a:sx n="30" d="100"/>
          <a:sy n="30" d="100"/>
        </p:scale>
        <p:origin x="1960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8_7ABA8D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4B60BC-0BCD-CF46-AF48-7178B6612A72}" authorId="{EE2A0560-93D5-9AAC-1BC5-2641F0001D36}" created="2026-04-08T15:46:06.147">
    <pc:sldMkLst xmlns:pc="http://schemas.microsoft.com/office/powerpoint/2013/main/command">
      <pc:docMk/>
      <pc:sldMk cId="2059046317" sldId="264"/>
    </pc:sldMkLst>
    <p188:txBody>
      <a:bodyPr/>
      <a:lstStyle/>
      <a:p>
        <a:r>
          <a:rPr lang="es-AR"/>
          <a:t>PONDRIA EL MES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FF79-F2E7-2B2B-95F7-2157C8A4B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D85E60-B9E1-6329-3049-456038534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DFE421-C63A-7A3E-6F06-DACABF9F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7138E2-8AB1-9269-8873-C99222FB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96B379-2E1F-7A9A-D007-9D23AD9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867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91EDE-B9EF-C70A-7E1E-12DC41C6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973B17-324C-E3FA-ADB5-4298CA417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D30926-6A96-FE62-2449-55D73A66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8D06DA-B877-9007-7B6D-71BFB0716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F1DEE9-8A54-960A-5E60-E4D00C20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713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8BE58-F546-92EA-BCEE-C3C4672B9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260E2A-EB81-6E4F-416B-4455E341D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56807E-C922-EAAE-8043-2897D84A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0F37F8-0B5E-1FEF-EC12-4DB70EF2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EB960C-BAA4-CC43-E7F9-22A58532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782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5759C-2AE9-84B7-94C6-A0CAD89D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D355C-9DD8-6203-2146-C7A34423F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CE33B2-7573-674F-5A54-952272C77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459805-AE5D-20EA-1985-5FF1EA43E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9E115D-ED4A-8043-FE2A-3DFFEDE4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C89369-E535-ECAB-CC33-99048668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92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D3D88-544E-5478-6660-8B0DB8BD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D2F16C-FCC7-A748-163E-82B26DD12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A43A13-8FCC-BB1A-7173-AE9A93079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77F792-92CD-300E-DCA1-195612079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823A6B-4576-A5FD-AFEF-027B8AC0F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92FC34-399D-CDC2-3EB1-CCD09D56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2AA836-92C7-7F4E-1A8E-22E187F7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244BC3-EDB4-95B7-3C37-26431CAA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6645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A7F10-BB6F-09E1-5510-AE3950CC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E9C936C-1829-1B1F-0577-AA58BC3B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3F007B-C6A4-9D53-76D4-F02E9C108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312E9-357B-EFFD-CDDB-8895755C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366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EC26ED3-4FD9-50EB-93F6-B19A8050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4EB994-A7AF-D793-4191-B61B8788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14A58F-6751-7F8C-6823-73C615FD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01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A624D-EF0B-FD5E-FBFD-D306D2614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82A71C-2079-2D49-2A6F-14659D2BB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9601B0-3E36-59E3-2873-6B07CB2C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4FFCCA-717A-8C52-0C0A-2C8B7C4D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666594-9E4F-7554-6835-A310A046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111B15-D56C-6BEC-781F-EC8042D9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202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DDFA5-33FC-C223-1B95-B37661B5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D979F4-7ABF-7B38-9955-FBD144715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77FF20-5464-594E-DC3E-597179D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E7BDCB-9600-E842-E458-24AA2C24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2C2A33-A6D1-81C3-404A-F1BA6270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057FFC-CA52-7047-F730-006252EE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280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99827-BF59-5128-0F98-6887F361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B68BA0-0A08-DC9C-AB07-5BC8CE81A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B47DB5-CE23-CFF8-167D-F2E83850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0B1A69-7F26-40B4-BA97-14B9350E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D06593-EFE7-0C50-CFFD-4CE817E4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153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BCFE4E-DD8A-B121-9950-A4AF3F666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36EE81-026C-5FA6-36FC-8C1131F25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7832E3-0D90-5E34-48A9-0A6C94692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4006B2-F955-D270-EBF2-376426EE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A89E1B-8E1E-EBFC-B7B1-A59130BB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72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FF368F-4A36-AFC4-E019-E763A5E3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08F48F-CE5A-8093-05F3-FDE981C6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19FA0E-09E2-307D-1239-8029B24D2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D085B-6AE7-8941-8339-1702DA725AFE}" type="datetimeFigureOut">
              <a:rPr lang="es-AR" smtClean="0"/>
              <a:t>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8302F-BEEF-A58C-F064-B46990CCD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513252-122F-6D30-72D8-EECF91756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A83178-7197-7449-B111-7E75D08283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999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8_7ABA8DAD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724B75C-C723-F8AB-CDA0-CA22A114C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2" y="306805"/>
            <a:ext cx="11085094" cy="623536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A050B93-4E5F-1D13-01F6-78625674DB3C}"/>
              </a:ext>
            </a:extLst>
          </p:cNvPr>
          <p:cNvSpPr txBox="1"/>
          <p:nvPr/>
        </p:nvSpPr>
        <p:spPr>
          <a:xfrm>
            <a:off x="8967537" y="3128211"/>
            <a:ext cx="192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>
                <a:highlight>
                  <a:srgbClr val="FFFF00"/>
                </a:highlight>
              </a:rPr>
              <a:t>PONDRIA EL MES</a:t>
            </a:r>
          </a:p>
        </p:txBody>
      </p:sp>
    </p:spTree>
    <p:extLst>
      <p:ext uri="{BB962C8B-B14F-4D97-AF65-F5344CB8AC3E}">
        <p14:creationId xmlns:p14="http://schemas.microsoft.com/office/powerpoint/2010/main" val="20590463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7BECC44-587C-2242-DCA4-277982CF84DC}"/>
              </a:ext>
            </a:extLst>
          </p:cNvPr>
          <p:cNvSpPr txBox="1"/>
          <p:nvPr/>
        </p:nvSpPr>
        <p:spPr>
          <a:xfrm>
            <a:off x="2660073" y="2598003"/>
            <a:ext cx="5899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800" dirty="0"/>
              <a:t>INTENCIÓN DE VOTO</a:t>
            </a:r>
          </a:p>
        </p:txBody>
      </p:sp>
    </p:spTree>
    <p:extLst>
      <p:ext uri="{BB962C8B-B14F-4D97-AF65-F5344CB8AC3E}">
        <p14:creationId xmlns:p14="http://schemas.microsoft.com/office/powerpoint/2010/main" val="314282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70B8-F934-E768-352A-79D57BA3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D712A3C-6B12-8EDD-B4C9-03078BBFC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" y="1504336"/>
            <a:ext cx="12140873" cy="495545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042417F-5D4F-D2ED-37A2-26546E18FF60}"/>
              </a:ext>
            </a:extLst>
          </p:cNvPr>
          <p:cNvSpPr txBox="1"/>
          <p:nvPr/>
        </p:nvSpPr>
        <p:spPr>
          <a:xfrm>
            <a:off x="3625516" y="1504336"/>
            <a:ext cx="3310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>
                <a:highlight>
                  <a:srgbClr val="FFFF00"/>
                </a:highlight>
              </a:rPr>
              <a:t>PONDRIA INTENCIÓN DE VOTO</a:t>
            </a:r>
          </a:p>
          <a:p>
            <a:r>
              <a:rPr lang="es-AR" dirty="0">
                <a:highlight>
                  <a:srgbClr val="FFFF00"/>
                </a:highlight>
              </a:rPr>
              <a:t>SACARÍA APELLIDOS</a:t>
            </a:r>
          </a:p>
        </p:txBody>
      </p:sp>
    </p:spTree>
    <p:extLst>
      <p:ext uri="{BB962C8B-B14F-4D97-AF65-F5344CB8AC3E}">
        <p14:creationId xmlns:p14="http://schemas.microsoft.com/office/powerpoint/2010/main" val="43654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3948-1F22-64A6-37B4-3248CF02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C5857A-C9CE-433C-EC88-5B9DBF66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7" y="2359746"/>
            <a:ext cx="12024546" cy="402043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EE3C902-0385-5202-4119-20C947216C30}"/>
              </a:ext>
            </a:extLst>
          </p:cNvPr>
          <p:cNvSpPr txBox="1"/>
          <p:nvPr/>
        </p:nvSpPr>
        <p:spPr>
          <a:xfrm>
            <a:off x="2245894" y="1876926"/>
            <a:ext cx="9192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PONDRÍA SI LAS ELECCIONES FUERAN HOY ESTE SERÍA EL RESULTADO DE LA 2 VUELTA</a:t>
            </a:r>
          </a:p>
        </p:txBody>
      </p:sp>
    </p:spTree>
    <p:extLst>
      <p:ext uri="{BB962C8B-B14F-4D97-AF65-F5344CB8AC3E}">
        <p14:creationId xmlns:p14="http://schemas.microsoft.com/office/powerpoint/2010/main" val="395541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0AB8-550E-EA2E-BDC0-979EF697C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2CD1EDA-93B2-141D-031A-B0D8E5DB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5781"/>
            <a:ext cx="12198471" cy="438283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555479A-6FCE-7903-1102-DBBFFB730B6B}"/>
              </a:ext>
            </a:extLst>
          </p:cNvPr>
          <p:cNvSpPr txBox="1"/>
          <p:nvPr/>
        </p:nvSpPr>
        <p:spPr>
          <a:xfrm>
            <a:off x="1215784" y="1359450"/>
            <a:ext cx="110419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>
                <a:highlight>
                  <a:srgbClr val="FFFF00"/>
                </a:highlight>
              </a:rPr>
              <a:t>SERIA MILEI VS KISI?</a:t>
            </a:r>
          </a:p>
          <a:p>
            <a:r>
              <a:rPr lang="es-AR" dirty="0">
                <a:highlight>
                  <a:srgbClr val="FFFF00"/>
                </a:highlight>
              </a:rPr>
              <a:t>SACARÍA AL PRO</a:t>
            </a:r>
            <a:br>
              <a:rPr lang="es-AR" dirty="0">
                <a:highlight>
                  <a:srgbClr val="FFFF00"/>
                </a:highlight>
              </a:rPr>
            </a:br>
            <a:r>
              <a:rPr lang="es-AR" dirty="0">
                <a:highlight>
                  <a:srgbClr val="FFFF00"/>
                </a:highlight>
              </a:rPr>
              <a:t>INTENTARÍA PONER OTRAS FUERZAS DIVIDIDAS EN LSO MAS CERCANOS A LLA Y LOS MAS CERCANOS A KISI</a:t>
            </a:r>
          </a:p>
        </p:txBody>
      </p:sp>
    </p:spTree>
    <p:extLst>
      <p:ext uri="{BB962C8B-B14F-4D97-AF65-F5344CB8AC3E}">
        <p14:creationId xmlns:p14="http://schemas.microsoft.com/office/powerpoint/2010/main" val="285096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C1E7A-1B06-6DAD-4F00-20FB77C8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315FBBA-46F5-BB77-927D-1B9F868D94CE}"/>
              </a:ext>
            </a:extLst>
          </p:cNvPr>
          <p:cNvSpPr txBox="1"/>
          <p:nvPr/>
        </p:nvSpPr>
        <p:spPr>
          <a:xfrm>
            <a:off x="2660073" y="2598003"/>
            <a:ext cx="39434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800" dirty="0"/>
              <a:t>VALORACIÓN </a:t>
            </a:r>
          </a:p>
        </p:txBody>
      </p:sp>
    </p:spTree>
    <p:extLst>
      <p:ext uri="{BB962C8B-B14F-4D97-AF65-F5344CB8AC3E}">
        <p14:creationId xmlns:p14="http://schemas.microsoft.com/office/powerpoint/2010/main" val="1447936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CCEF1-5B5F-A284-0CA3-4F1915C30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1AE4A15-B502-EC90-42C3-537685E31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49" y="648929"/>
            <a:ext cx="11793233" cy="485034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A0F0C41-D35E-72C6-35DB-F7CE99145520}"/>
              </a:ext>
            </a:extLst>
          </p:cNvPr>
          <p:cNvSpPr txBox="1"/>
          <p:nvPr/>
        </p:nvSpPr>
        <p:spPr>
          <a:xfrm>
            <a:off x="3130659" y="1022889"/>
            <a:ext cx="615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>
                <a:highlight>
                  <a:srgbClr val="FFFF00"/>
                </a:highlight>
              </a:rPr>
              <a:t>ES LA APROBACIÓNA. MILEI O A LA GESTIÓN DE GOBIERNO</a:t>
            </a:r>
          </a:p>
        </p:txBody>
      </p:sp>
    </p:spTree>
    <p:extLst>
      <p:ext uri="{BB962C8B-B14F-4D97-AF65-F5344CB8AC3E}">
        <p14:creationId xmlns:p14="http://schemas.microsoft.com/office/powerpoint/2010/main" val="2959162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C2E2-D432-82A2-37B3-D8058F55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16EF182-F0C1-73A1-1805-B282F85AB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9" y="2005780"/>
            <a:ext cx="11991602" cy="45493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8FDA0D4-BF3E-7066-4BEB-58B00C8A6BDE}"/>
              </a:ext>
            </a:extLst>
          </p:cNvPr>
          <p:cNvSpPr txBox="1"/>
          <p:nvPr/>
        </p:nvSpPr>
        <p:spPr>
          <a:xfrm>
            <a:off x="3130659" y="1022889"/>
            <a:ext cx="616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>
                <a:highlight>
                  <a:srgbClr val="FFFF00"/>
                </a:highlight>
              </a:rPr>
              <a:t>ME GUSTARÍA CONVERSAR PARA ENTENDER QUE EXPRESA </a:t>
            </a:r>
            <a:endParaRPr lang="es-A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51222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637E9-6007-68B8-CC91-7C7F609A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F245051-2A60-A902-92D5-A969AF06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3" y="1386350"/>
            <a:ext cx="12149666" cy="504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173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71</Words>
  <Application>Microsoft Macintosh PowerPoint</Application>
  <PresentationFormat>Panorámica</PresentationFormat>
  <Paragraphs>10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babino</dc:creator>
  <cp:lastModifiedBy>luis babino</cp:lastModifiedBy>
  <cp:revision>5</cp:revision>
  <dcterms:created xsi:type="dcterms:W3CDTF">2026-04-08T15:32:17Z</dcterms:created>
  <dcterms:modified xsi:type="dcterms:W3CDTF">2026-04-08T15:57:49Z</dcterms:modified>
</cp:coreProperties>
</file>